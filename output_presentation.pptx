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eiryo"/>
              </a:rPr>
              <a:t>サンプル提案書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FF"/>
                </a:solidFill>
                <a:latin typeface="Meiryo"/>
              </a:rPr>
              <a:t>ConsultingOS | 2026-03-26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解決すべき課題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課題1: 現状の業務プロセスに非効率が存在する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課題2: データ活用が属人化し、意思決定が遅い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課題3: 競合との差別化が明確でなく、受注率が低下している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007AFF"/>
                </a:solidFill>
                <a:latin typeface="Meiryo"/>
              </a:rPr>
              <a:t>37%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3891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業務効率化の改善余地（業界平均比）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FF"/>
                </a:solidFill>
                <a:latin typeface="Meiryo"/>
              </a:rPr>
              <a:t>出典: 業界調査レポート 2025年版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提案の核心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① AI活用による業務自動化（対象業務の60%をAIで処理）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② データ基盤の統合とダッシュボード化（週次→日次での意思決定）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③ 差別化戦略の再定義（ターゲット絞り込みと訴求軸の明確化）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実績・根拠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Case A: 同業種X社 — AI導入後、処理時間を68%削減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Case B: Y社 — データ統合後、受注率が12ポイント改善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Case C: Z社 — ポジショニング再定義後、LTVが2.3倍に向上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実行ロードマップ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Phase 1（〜1ヶ月）: 現状診断・優先業務の特定・KPI設計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Phase 2（〜3ヶ月）: AI基盤構築・データ統合・パイロット運用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Phase 3（〜6ヶ月）: 全社展開・効果測定・継続改善サイクル確立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007AFF"/>
                </a:solidFill>
                <a:latin typeface="Meiryo"/>
              </a:rPr>
              <a:t>+42%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3891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生産性向上（6ヶ月後の目標値）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FF"/>
                </a:solidFill>
                <a:latin typeface="Meiryo"/>
              </a:rPr>
              <a:t>KPI: 処理件数/人日 | 測定: 月次レビュー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実行体制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プロジェクトリーダー: [担当者名] — 全体統括・意思決定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実装担当: [担当者名] — AI基盤構築・データ設計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変革推進: [担当者名] — 現場展開・トレーニング・定着支援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投資対効果（ROI試算）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初期投資: 約800万円（基盤構築・コンサルフィー含む）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月次コスト: 約50万円（運用・保守・継続改善）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期待リターン: 年間2,400万円の生産性向上効果（ROI 3.0倍）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92424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投資回収期間: 約8ヶ月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7432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eiryo"/>
              </a:rPr>
              <a:t>Next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143000"/>
            <a:ext cx="10671048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✅ キックオフミーティングの設定（今週中）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✅ 現状診断アンケートの配布（来週月曜）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4056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eiryo"/>
              </a:rPr>
              <a:t>• 📞 ご質問・ご相談: consulting@example.com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